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88952" cy="3086100"/>
          </a:xfrm>
          <a:prstGeom prst="rect">
            <a:avLst/>
          </a:prstGeom>
          <a:solidFill>
            <a:srgbClr val="08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49039"/>
            <a:ext cx="1218895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77272" y="182880"/>
            <a:ext cx="173736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SuDTV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9144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Android TV
Broadcast Live TV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BDEFB"/>
                </a:solidFill>
              </a:rPr>
              <a:t>DVB-T live channel playback on Android TV
via Comedia middleware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77639"/>
            <a:ext cx="228600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Broadcast  (DONE)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977639"/>
            <a:ext cx="2286000" cy="38404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OTT  (Coming soon)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96C8"/>
                </a:solidFill>
              </a:rPr>
              <a:t>Confidential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DEFB"/>
                </a:solidFill>
              </a:rPr>
              <a:t>Šta ćemo pokriti u ovoj prezentaciji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CAF9"/>
                </a:solidFill>
              </a:rPr>
              <a:t>© SuDTV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9436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0332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4081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Šta je aplikacija?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43560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Pregled i svrha rešenja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84248"/>
            <a:ext cx="59436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984248"/>
            <a:ext cx="10332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0208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Kako funkcioniše?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04825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Principi rada od antene do ekrana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96896"/>
            <a:ext cx="59436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2596896"/>
            <a:ext cx="10332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2633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Ključne funkcionalnosti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66090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Skeniranje, zapping, audio trake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9544"/>
            <a:ext cx="59436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3209544"/>
            <a:ext cx="10332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Arhitektura sistema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2735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Slojevi: Android TV – liba4tv – Comedia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22192"/>
            <a:ext cx="59436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822192"/>
            <a:ext cx="10332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38587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Broadcast – detalji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8862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Tehnički tok implementiran u projektu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34840"/>
            <a:ext cx="59436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434840"/>
            <a:ext cx="10332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4714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OTT – buduće proširenje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4988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IPTV / streaming integracija (placeholder)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47488"/>
            <a:ext cx="59436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5047488"/>
            <a:ext cx="10332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0840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Zašto ovo rešenje?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11149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Prednosti i prodajni argumenti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Šta je aplikacija?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DEFB"/>
                </a:solidFill>
              </a:rPr>
              <a:t>Broadcast Live TV – pregled jednom rečenicom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CAF9"/>
                </a:solidFill>
              </a:rPr>
              <a:t>© SuDTV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</a:rPr>
              <a:t>Aplikacija omogućava Android TV uređaju da prima, skenira i prikazuje
DVB-T televizijske kanale u realnom vremenu — bez ikakvog internet pristupa.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5661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3566160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📡 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</a:rPr>
              <a:t>DVB-T antena ili .ts fajl šalje stream multipleksovanih kanala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39" y="2286000"/>
            <a:ext cx="35661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39" y="2286000"/>
            <a:ext cx="3566160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📺  Aplikacija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28346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</a:rPr>
              <a:t>Skenira kanale, čuva ih i prikazuje korisniku listu za izbor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8" y="2286000"/>
            <a:ext cx="35661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8" y="2286000"/>
            <a:ext cx="3566160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🎬  Gledanje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8" y="28346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</a:rPr>
              <a:t>Korisnik bira kanal — video i audio se dekoduju i prikazuju odmah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74920"/>
            <a:ext cx="11247120" cy="62179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023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47A1"/>
                </a:solidFill>
              </a:rPr>
              <a:t>💡  Sve radi lokalno na uređaju — nije potrebna internet veza. Kompatibilno sa Android TV ekosistemom (Live Channels app, EPG, sistem meniji).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Kako funkcioniše?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DEFB"/>
                </a:solidFill>
              </a:rPr>
              <a:t>Od antene do ekrana — u 4 koraka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CAF9"/>
                </a:solidFill>
              </a:rPr>
              <a:t>© SuDTV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17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47A1"/>
                </a:solidFill>
              </a:rPr>
              <a:t>📡
Antena /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</a:rPr>
              <a:t>DVB-T signal
ili .ts fajl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926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46304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463040"/>
            <a:ext cx="256032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517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5C0"/>
                </a:solidFill>
              </a:rPr>
              <a:t>🔍
Skeniranje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154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</a:rPr>
              <a:t>Aplikacija otkriva
koji kanali postoje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26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463040"/>
            <a:ext cx="25603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517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</a:rPr>
              <a:t>📋
Lista kanala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54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</a:rPr>
              <a:t>Kanali se čuvaju
u Android TV sistemu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926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46304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463040"/>
            <a:ext cx="256032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517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A1B9A"/>
                </a:solidFill>
              </a:rPr>
              <a:t>▶
Prikazivanje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154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</a:rPr>
              <a:t>Korisnik bira kanal,
video se dekoduje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66360"/>
            <a:ext cx="11247120" cy="5303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193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</a:rPr>
              <a:t>✅  Ceo ovaj proces — od skeniranja do prikazivanja — odvija se automatski i transparentno za korisnika.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Ključne funkcionalnosti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DEFB"/>
                </a:solidFill>
              </a:rPr>
              <a:t>Šta aplikacija ume da radi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CAF9"/>
                </a:solidFill>
              </a:rPr>
              <a:t>© SuDTV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767328" cy="1719072"/>
          </a:xfrm>
          <a:prstGeom prst="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767328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📡  Skeniranje kanala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709928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Automatsko otkrivanje svih DVB-T kanala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011680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Podrška za više .ts izvora odjednom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313432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Preskače već skenirane izvore (brže)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615184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Konfigurabilna lista izvora (streams.xml)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325880"/>
            <a:ext cx="3767328" cy="1719072"/>
          </a:xfrm>
          <a:prstGeom prst="rect">
            <a:avLst/>
          </a:prstGeom>
          <a:solidFill>
            <a:srgbClr val="E8F5E9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325880"/>
            <a:ext cx="3767328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▶  Zapping (menjanje kanala)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1709928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Trenutna promena kanala bez restarta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011680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Automatski re-scan ako kanal nije u listi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313432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Kompatibilno sa Android Live 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615184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Bez blokiranja UI niti (async tune thread)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325880"/>
            <a:ext cx="3767328" cy="1719072"/>
          </a:xfrm>
          <a:prstGeom prst="rect">
            <a:avLst/>
          </a:prstGeom>
          <a:solidFill>
            <a:srgbClr val="F3E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0456" y="1325880"/>
            <a:ext cx="3767328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🔊  Višejezični audio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1709928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Detekcija svih audio traka na kanalu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011680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Prebacivanje između traka bez prekida videa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313432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Prikaz u Android TV sistemskom meniju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615184"/>
            <a:ext cx="3584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▸  Automatsko osvežavanje kad se trake menjaju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Arhitektura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DEFB"/>
                </a:solidFill>
              </a:rPr>
              <a:t>Slojevi od Android TV ekosistema do hardvera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CAF9"/>
                </a:solidFill>
              </a:rPr>
              <a:t>© SuDTV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807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</a:rPr>
              <a:t>Android TV Ekosistem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81912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</a:rPr>
              <a:t>Live Channels App  |  EPG  |  Sistemski meniji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18288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21992"/>
            <a:ext cx="11247120" cy="822960"/>
          </a:xfrm>
          <a:prstGeom prst="rect">
            <a:avLst/>
          </a:prstGeom>
          <a:solidFill>
            <a:srgbClr val="EDE7F6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768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</a:rPr>
              <a:t>Naša aplikacija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78024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</a:rPr>
              <a:t>DtvTvInputService  |  DtvTvInputSession  |  ChannelScanner  |  ChannelZapper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313432"/>
            <a:ext cx="18288" cy="6400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18104"/>
            <a:ext cx="11247120" cy="822960"/>
          </a:xfrm>
          <a:prstGeom prst="rect">
            <a:avLst/>
          </a:prstGeom>
          <a:solidFill>
            <a:srgbClr val="FEF9E7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72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7F17"/>
                </a:solidFill>
              </a:rPr>
              <a:t>liba4tv Java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74136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</a:rPr>
              <a:t>AudioControl  |  ServiceControl  |  ScanControl  |  DisplayControl  |  RouteManagerControl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09544"/>
            <a:ext cx="18288" cy="6400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14216"/>
            <a:ext cx="11247120" cy="82296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</a:rPr>
              <a:t>Comedia Middleware (C)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27024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</a:rPr>
              <a:t>Comedia Core  |  CHAL (TDAL)  |  Service &amp; Mux 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4105656"/>
            <a:ext cx="18288" cy="640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10328"/>
            <a:ext cx="11247120" cy="822960"/>
          </a:xfrm>
          <a:prstGeom prst="rect">
            <a:avLst/>
          </a:prstGeom>
          <a:solidFill>
            <a:srgbClr val="F1F8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651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</a:rPr>
              <a:t>Platforma / HAL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16636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</a:rPr>
              <a:t>Tuner SDK  |  MediaCodec  |  AudioTrack  |  GPU / Display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5001768"/>
            <a:ext cx="18288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0" y="2075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29718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386791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47640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</a:rPr>
              <a:t>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Broadcast – tehnički 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DEFB"/>
                </a:solidFill>
              </a:rPr>
              <a:t>Šta se tačno dešava ispod haube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CAF9"/>
                </a:solidFill>
              </a:rPr>
              <a:t>© SuDTV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5394960" cy="5029200"/>
          </a:xfrm>
          <a:prstGeom prst="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5394960" cy="5029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5394960" cy="40233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🔍  Skeniranje kanala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80160"/>
            <a:ext cx="539496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▶  Zapping (promena kanala)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1. Korisnik unosi putanju do streams.xml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854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2. Aplikacija čita listu .ts izvora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877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3. Već skenirani izvori se preskače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900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4. autoScan → Comedia parsira PAT/PMT/SDT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924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5. Kanali (ONID/TSID/SID) se čuvaju u
    Android TV bazu (TvContract.Channels)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6. Aplikacija je sprema za gledanje 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783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1. Korisnik bira kanal u Live 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1854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2. Aplikacija traži kanal u MW listi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5877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   → ako nije: automatski re-scan izvora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9900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3. Dobija Live Route od middleware-a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3924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4. Postavlja video Surface za renderovanje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794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5. startServiceByTriplet → MW dekoduje A/V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419709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6. Video postaje vidljiv na ekranu 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3832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D47A1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OTT – buduće proširenje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DEFB"/>
                </a:solidFill>
              </a:rPr>
              <a:t>Internet streaming integracija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CAF9"/>
                </a:solidFill>
              </a:rPr>
              <a:t>© SuDTV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82880"/>
            <a:ext cx="3017520" cy="5486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🚧  COMING SOON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Sledeća faza projekta proširuje aplikaciju na OTT (Over-The-Top) sadržaj —
gledanje IPTV i streaming kanala putem interneta, na istoj platformi.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394960" cy="12344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5C00"/>
                </a:solidFill>
              </a:rPr>
              <a:t>🌐  IPTV podrška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718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M3U / HLS / DASH stream izvori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423160"/>
            <a:ext cx="5394960" cy="12344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14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5C00"/>
                </a:solidFill>
              </a:rPr>
              <a:t>🔐  DRM integracija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Widevine zaštita sadržaja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5394960" cy="12344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5C00"/>
                </a:solidFill>
              </a:rPr>
              <a:t>📱  Multiscreen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Isti UI, isti meniji — broadcast + OTT zajedno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94760"/>
            <a:ext cx="5394960" cy="12344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86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5C00"/>
                </a:solidFill>
              </a:rPr>
              <a:t>📊  Metapodaci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434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EPG, thumbnail, opis programa sa servera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1124712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852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5C00"/>
                </a:solidFill>
              </a:rPr>
              <a:t>🎯  Cilj: jedan TvInputService koji seamless-no pokriva i Broadcast i OTT — bez promene korisničkog iskustva.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Zašto ovo rešenje?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DEFB"/>
                </a:solidFill>
              </a:rPr>
              <a:t>Prednosti za kupca i krajnjeg korisnika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CAF9"/>
                </a:solidFill>
              </a:rPr>
              <a:t>© SuDTV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611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61188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</a:rPr>
              <a:t>🔌  Plug &amp; 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92024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Radi odmah po instalaciji — korisnik skenira kanale i počinje da gleda.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325880"/>
            <a:ext cx="3611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325880"/>
            <a:ext cx="361188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1376" y="14630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</a:rPr>
              <a:t>📺  Android TV 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192024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Potpuna integracija sa Live Channels, EPG, glasovnom pretragom i daljinskim.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63256" y="1325880"/>
            <a:ext cx="3611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63256" y="1325880"/>
            <a:ext cx="361188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2984" y="14630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</a:rPr>
              <a:t>⚡  Visoke performanse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4" y="192024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Asinhron tune thread — promena kanala nikad ne blokira UI (&lt; 2s garantovano).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90088"/>
            <a:ext cx="3611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990088"/>
            <a:ext cx="3611880" cy="6400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1272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7F17"/>
                </a:solidFill>
              </a:rPr>
              <a:t>🔧  Lako prilagodljivo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58444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Lista kanala se menja kroz streams.xml fajl — bez rekompajliranja aplikacije.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41648" y="2990088"/>
            <a:ext cx="3611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41648" y="2990088"/>
            <a:ext cx="3611880" cy="640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51376" y="31272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</a:rPr>
              <a:t>🚀  Spremo za proširenje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1376" y="358444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Arhitektura direktno podržava dodavanje OTT-a bez menjanja postojećeg koda.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63256" y="2990088"/>
            <a:ext cx="36118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63256" y="2990088"/>
            <a:ext cx="3611880" cy="640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2984" y="31272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🏆  Dokazana tehnologija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2984" y="358444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Bazira se na Comedia middleware-u — industrijskom standardu za DVB uređaje.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8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88952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77272" y="182880"/>
            <a:ext cx="173736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SuDTV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Hvala na pažnji!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BDEFB"/>
                </a:solidFill>
              </a:rPr>
              <a:t>Android TV Broadcast Live TV  |  Powered by Comedia Middleware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38404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 Broadcast  –  IMPLEMENTIRANO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931920"/>
            <a:ext cx="384048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🚧  OTT  –  U PLANU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96C8"/>
                </a:solidFill>
              </a:rPr>
              <a:t>© 2025 SuDTV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