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8E0918-831A-4C1E-AD5F-A7647EB9715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3057B8F-4A26-4A4A-B6B5-408207412D0C}">
      <dgm:prSet/>
      <dgm:spPr/>
      <dgm:t>
        <a:bodyPr/>
        <a:lstStyle/>
        <a:p>
          <a:r>
            <a:rPr lang="en-US"/>
            <a:t>Runs as an Android Service</a:t>
          </a:r>
        </a:p>
      </dgm:t>
    </dgm:pt>
    <dgm:pt modelId="{8FEE4367-32AF-4637-A2E4-636729ABD891}" type="parTrans" cxnId="{D40F31E7-222C-42C9-A1E8-27602F0BE2E0}">
      <dgm:prSet/>
      <dgm:spPr/>
      <dgm:t>
        <a:bodyPr/>
        <a:lstStyle/>
        <a:p>
          <a:endParaRPr lang="en-US"/>
        </a:p>
      </dgm:t>
    </dgm:pt>
    <dgm:pt modelId="{B39D3D3B-8834-4760-84BB-ED56F102021B}" type="sibTrans" cxnId="{D40F31E7-222C-42C9-A1E8-27602F0BE2E0}">
      <dgm:prSet/>
      <dgm:spPr/>
      <dgm:t>
        <a:bodyPr/>
        <a:lstStyle/>
        <a:p>
          <a:endParaRPr lang="en-US"/>
        </a:p>
      </dgm:t>
    </dgm:pt>
    <dgm:pt modelId="{A15A3887-3658-4CB9-91D8-E2AF202F7A5F}">
      <dgm:prSet/>
      <dgm:spPr/>
      <dgm:t>
        <a:bodyPr/>
        <a:lstStyle/>
        <a:p>
          <a:r>
            <a:rPr lang="en-US"/>
            <a:t>Multiple files</a:t>
          </a:r>
        </a:p>
      </dgm:t>
    </dgm:pt>
    <dgm:pt modelId="{B8770E66-2809-49E7-AE7E-13581AD1C73C}" type="parTrans" cxnId="{BE5C966D-102F-4A68-B22B-B6A36B27A571}">
      <dgm:prSet/>
      <dgm:spPr/>
      <dgm:t>
        <a:bodyPr/>
        <a:lstStyle/>
        <a:p>
          <a:endParaRPr lang="en-US"/>
        </a:p>
      </dgm:t>
    </dgm:pt>
    <dgm:pt modelId="{FF23C840-A594-497A-A8B7-C14CF4E9AE37}" type="sibTrans" cxnId="{BE5C966D-102F-4A68-B22B-B6A36B27A571}">
      <dgm:prSet/>
      <dgm:spPr/>
      <dgm:t>
        <a:bodyPr/>
        <a:lstStyle/>
        <a:p>
          <a:endParaRPr lang="en-US"/>
        </a:p>
      </dgm:t>
    </dgm:pt>
    <dgm:pt modelId="{7D70F0F7-1943-429E-BE51-5C593142883F}">
      <dgm:prSet/>
      <dgm:spPr/>
      <dgm:t>
        <a:bodyPr/>
        <a:lstStyle/>
        <a:p>
          <a:r>
            <a:rPr lang="en-US" dirty="0" err="1"/>
            <a:t>apk</a:t>
          </a:r>
          <a:r>
            <a:rPr lang="en-US" dirty="0"/>
            <a:t> – java service</a:t>
          </a:r>
        </a:p>
      </dgm:t>
    </dgm:pt>
    <dgm:pt modelId="{72708B3E-1C84-4F4A-8390-B710FFCA4D7F}" type="parTrans" cxnId="{66FAFC01-EE66-46F2-BBDB-AFAC44AA53FD}">
      <dgm:prSet/>
      <dgm:spPr/>
      <dgm:t>
        <a:bodyPr/>
        <a:lstStyle/>
        <a:p>
          <a:endParaRPr lang="en-US"/>
        </a:p>
      </dgm:t>
    </dgm:pt>
    <dgm:pt modelId="{76A66DFC-9F7B-4A27-80D2-D2BFEC6889A2}" type="sibTrans" cxnId="{66FAFC01-EE66-46F2-BBDB-AFAC44AA53FD}">
      <dgm:prSet/>
      <dgm:spPr/>
      <dgm:t>
        <a:bodyPr/>
        <a:lstStyle/>
        <a:p>
          <a:endParaRPr lang="en-US"/>
        </a:p>
      </dgm:t>
    </dgm:pt>
    <dgm:pt modelId="{FD8EF9FC-0880-4EB2-A839-190BC0B80438}">
      <dgm:prSet/>
      <dgm:spPr/>
      <dgm:t>
        <a:bodyPr/>
        <a:lstStyle/>
        <a:p>
          <a:r>
            <a:rPr lang="en-US"/>
            <a:t>shared libraries (.so files) – native code</a:t>
          </a:r>
        </a:p>
      </dgm:t>
    </dgm:pt>
    <dgm:pt modelId="{F84F04D8-6778-4026-A92F-A4B64C3F0FA0}" type="parTrans" cxnId="{38591E13-E7BC-4805-983F-44D121F61057}">
      <dgm:prSet/>
      <dgm:spPr/>
      <dgm:t>
        <a:bodyPr/>
        <a:lstStyle/>
        <a:p>
          <a:endParaRPr lang="en-US"/>
        </a:p>
      </dgm:t>
    </dgm:pt>
    <dgm:pt modelId="{253AE71F-7C5B-4300-B5CA-A6EF9A20CC2E}" type="sibTrans" cxnId="{38591E13-E7BC-4805-983F-44D121F61057}">
      <dgm:prSet/>
      <dgm:spPr/>
      <dgm:t>
        <a:bodyPr/>
        <a:lstStyle/>
        <a:p>
          <a:endParaRPr lang="en-US"/>
        </a:p>
      </dgm:t>
    </dgm:pt>
    <dgm:pt modelId="{969F6478-0DB6-455A-966E-861EF215C5BD}">
      <dgm:prSet/>
      <dgm:spPr/>
      <dgm:t>
        <a:bodyPr/>
        <a:lstStyle/>
        <a:p>
          <a:r>
            <a:rPr lang="en-US"/>
            <a:t>Installing on the device</a:t>
          </a:r>
        </a:p>
      </dgm:t>
    </dgm:pt>
    <dgm:pt modelId="{F7886B17-DC84-4112-A63C-49DD08AE2B22}" type="parTrans" cxnId="{4294A9D1-B993-423F-81F0-646E84FB315C}">
      <dgm:prSet/>
      <dgm:spPr/>
      <dgm:t>
        <a:bodyPr/>
        <a:lstStyle/>
        <a:p>
          <a:endParaRPr lang="en-US"/>
        </a:p>
      </dgm:t>
    </dgm:pt>
    <dgm:pt modelId="{6B084E95-7CD8-4467-A0DB-5C555CD633E5}" type="sibTrans" cxnId="{4294A9D1-B993-423F-81F0-646E84FB315C}">
      <dgm:prSet/>
      <dgm:spPr/>
      <dgm:t>
        <a:bodyPr/>
        <a:lstStyle/>
        <a:p>
          <a:endParaRPr lang="en-US"/>
        </a:p>
      </dgm:t>
    </dgm:pt>
    <dgm:pt modelId="{6A52632B-2D8F-4692-9B27-343BDDB0308A}">
      <dgm:prSet/>
      <dgm:spPr/>
      <dgm:t>
        <a:bodyPr/>
        <a:lstStyle/>
        <a:p>
          <a:r>
            <a:rPr lang="en-US"/>
            <a:t>Broadcast TIS should bind and use it</a:t>
          </a:r>
        </a:p>
      </dgm:t>
    </dgm:pt>
    <dgm:pt modelId="{A7CE509D-7922-4A50-A0F4-38C87C63A4C1}" type="parTrans" cxnId="{A7AFE19C-CB44-4484-9BE6-6266ACF676CE}">
      <dgm:prSet/>
      <dgm:spPr/>
      <dgm:t>
        <a:bodyPr/>
        <a:lstStyle/>
        <a:p>
          <a:endParaRPr lang="en-US"/>
        </a:p>
      </dgm:t>
    </dgm:pt>
    <dgm:pt modelId="{19B7FC4E-B6B6-442E-A597-D403EDFC5FA4}" type="sibTrans" cxnId="{A7AFE19C-CB44-4484-9BE6-6266ACF676CE}">
      <dgm:prSet/>
      <dgm:spPr/>
      <dgm:t>
        <a:bodyPr/>
        <a:lstStyle/>
        <a:p>
          <a:endParaRPr lang="en-US"/>
        </a:p>
      </dgm:t>
    </dgm:pt>
    <dgm:pt modelId="{5A78C593-81F2-413C-970D-8BB072E1C4E5}">
      <dgm:prSet/>
      <dgm:spPr/>
      <dgm:t>
        <a:bodyPr/>
        <a:lstStyle/>
        <a:p>
          <a:r>
            <a:rPr lang="en-US"/>
            <a:t>Use liba4tv_api.jar in Android Studio</a:t>
          </a:r>
        </a:p>
      </dgm:t>
    </dgm:pt>
    <dgm:pt modelId="{9EFD9C03-2B10-4A5B-B018-50F53F529104}" type="parTrans" cxnId="{80CDF185-30A0-4A77-8BF5-67F715309ED5}">
      <dgm:prSet/>
      <dgm:spPr/>
      <dgm:t>
        <a:bodyPr/>
        <a:lstStyle/>
        <a:p>
          <a:endParaRPr lang="en-US"/>
        </a:p>
      </dgm:t>
    </dgm:pt>
    <dgm:pt modelId="{489A50FE-40B9-4553-9576-C62FCBE89D9F}" type="sibTrans" cxnId="{80CDF185-30A0-4A77-8BF5-67F715309ED5}">
      <dgm:prSet/>
      <dgm:spPr/>
      <dgm:t>
        <a:bodyPr/>
        <a:lstStyle/>
        <a:p>
          <a:endParaRPr lang="en-US"/>
        </a:p>
      </dgm:t>
    </dgm:pt>
    <dgm:pt modelId="{C95CE0EB-397E-4E5E-BFC3-F0F179D4723B}">
      <dgm:prSet phldr="0"/>
      <dgm:spPr/>
      <dgm:t>
        <a:bodyPr/>
        <a:lstStyle/>
        <a:p>
          <a:pPr rtl="0"/>
          <a:r>
            <a:rPr lang="en-US" sz="1400" dirty="0" err="1">
              <a:latin typeface="Aptos Display" panose="020F0302020204030204"/>
            </a:rPr>
            <a:t>adb</a:t>
          </a:r>
          <a:r>
            <a:rPr lang="en-US" sz="1400" dirty="0">
              <a:latin typeface="Aptos Display" panose="020F0302020204030204"/>
            </a:rPr>
            <a:t> push </a:t>
          </a:r>
          <a:r>
            <a:rPr lang="en-US" sz="1400" dirty="0" err="1">
              <a:latin typeface="Aptos Display" panose="020F0302020204030204"/>
            </a:rPr>
            <a:t>ComediaService.apk</a:t>
          </a:r>
          <a:r>
            <a:rPr lang="en-US" sz="1400" dirty="0">
              <a:latin typeface="Aptos Display" panose="020F0302020204030204"/>
            </a:rPr>
            <a:t> /system/</a:t>
          </a:r>
          <a:r>
            <a:rPr lang="en-US" sz="1400" dirty="0" err="1">
              <a:latin typeface="Aptos Display" panose="020F0302020204030204"/>
            </a:rPr>
            <a:t>priv</a:t>
          </a:r>
          <a:r>
            <a:rPr lang="en-US" sz="1400" dirty="0">
              <a:latin typeface="Aptos Display" panose="020F0302020204030204"/>
            </a:rPr>
            <a:t>-app/</a:t>
          </a:r>
          <a:r>
            <a:rPr lang="en-US" sz="1400" dirty="0" err="1">
              <a:latin typeface="Aptos Display" panose="020F0302020204030204"/>
            </a:rPr>
            <a:t>ComediaService</a:t>
          </a:r>
          <a:r>
            <a:rPr lang="en-US" sz="1400" dirty="0">
              <a:latin typeface="Aptos Display" panose="020F0302020204030204"/>
            </a:rPr>
            <a:t>/</a:t>
          </a:r>
        </a:p>
      </dgm:t>
    </dgm:pt>
    <dgm:pt modelId="{CFB51A7A-19EF-4C0A-9082-E7378C4526B1}" type="parTrans" cxnId="{68708D76-85D3-432F-9D03-C3CE2BA032F2}">
      <dgm:prSet/>
      <dgm:spPr/>
    </dgm:pt>
    <dgm:pt modelId="{1D118F3F-290D-491E-9B1C-46E941D86312}" type="sibTrans" cxnId="{68708D76-85D3-432F-9D03-C3CE2BA032F2}">
      <dgm:prSet/>
      <dgm:spPr/>
    </dgm:pt>
    <dgm:pt modelId="{F4D323B3-8AFD-4F58-8DFD-F18445225D0F}">
      <dgm:prSet phldr="0"/>
      <dgm:spPr/>
      <dgm:t>
        <a:bodyPr/>
        <a:lstStyle/>
        <a:p>
          <a:pPr rtl="0"/>
          <a:r>
            <a:rPr lang="en-US" sz="1400" dirty="0" err="1">
              <a:latin typeface="Aptos Display" panose="020F0302020204030204"/>
            </a:rPr>
            <a:t>adb</a:t>
          </a:r>
          <a:r>
            <a:rPr lang="en-US" sz="1400" dirty="0">
              <a:latin typeface="Aptos Display" panose="020F0302020204030204"/>
            </a:rPr>
            <a:t> push libs/*.so /system/lib/</a:t>
          </a:r>
        </a:p>
      </dgm:t>
    </dgm:pt>
    <dgm:pt modelId="{157C72CA-0A28-46E2-9D59-BD00ED5807BB}" type="parTrans" cxnId="{DFD1B877-D232-4B8C-AF41-2641ECBC5F36}">
      <dgm:prSet/>
      <dgm:spPr/>
    </dgm:pt>
    <dgm:pt modelId="{AEF33B55-C948-4971-9491-A6C3F4F2F7D6}" type="sibTrans" cxnId="{DFD1B877-D232-4B8C-AF41-2641ECBC5F36}">
      <dgm:prSet/>
      <dgm:spPr/>
    </dgm:pt>
    <dgm:pt modelId="{96F8F73A-AEE2-4FD2-8D91-053B2B277BAD}" type="pres">
      <dgm:prSet presAssocID="{BB8E0918-831A-4C1E-AD5F-A7647EB9715A}" presName="linear" presStyleCnt="0">
        <dgm:presLayoutVars>
          <dgm:animLvl val="lvl"/>
          <dgm:resizeHandles val="exact"/>
        </dgm:presLayoutVars>
      </dgm:prSet>
      <dgm:spPr/>
    </dgm:pt>
    <dgm:pt modelId="{7EEACF36-C7D4-4F1E-8DC9-0B2BF5A45988}" type="pres">
      <dgm:prSet presAssocID="{63057B8F-4A26-4A4A-B6B5-408207412D0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A58FBF5-0728-4CF1-8EFD-F9A45A727DB4}" type="pres">
      <dgm:prSet presAssocID="{B39D3D3B-8834-4760-84BB-ED56F102021B}" presName="spacer" presStyleCnt="0"/>
      <dgm:spPr/>
    </dgm:pt>
    <dgm:pt modelId="{98FF8F40-D697-4841-81C4-E3F0989A348D}" type="pres">
      <dgm:prSet presAssocID="{A15A3887-3658-4CB9-91D8-E2AF202F7A5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EC53AEF-F1B4-4A96-B5B4-B33900FE3BF2}" type="pres">
      <dgm:prSet presAssocID="{A15A3887-3658-4CB9-91D8-E2AF202F7A5F}" presName="childText" presStyleLbl="revTx" presStyleIdx="0" presStyleCnt="3">
        <dgm:presLayoutVars>
          <dgm:bulletEnabled val="1"/>
        </dgm:presLayoutVars>
      </dgm:prSet>
      <dgm:spPr/>
    </dgm:pt>
    <dgm:pt modelId="{1FA98021-5F6F-48BB-9C3F-DA877EBB1C0E}" type="pres">
      <dgm:prSet presAssocID="{969F6478-0DB6-455A-966E-861EF215C5B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3C42798-74BB-4184-9FC8-572ACEBCDC88}" type="pres">
      <dgm:prSet presAssocID="{969F6478-0DB6-455A-966E-861EF215C5BD}" presName="childText" presStyleLbl="revTx" presStyleIdx="1" presStyleCnt="3">
        <dgm:presLayoutVars>
          <dgm:bulletEnabled val="1"/>
        </dgm:presLayoutVars>
      </dgm:prSet>
      <dgm:spPr/>
    </dgm:pt>
    <dgm:pt modelId="{B51A897C-5871-4F25-B75E-B6AF615F5281}" type="pres">
      <dgm:prSet presAssocID="{6A52632B-2D8F-4692-9B27-343BDDB0308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B3BC07E-C1A6-4BD2-B191-F0D3E5B4AD87}" type="pres">
      <dgm:prSet presAssocID="{6A52632B-2D8F-4692-9B27-343BDDB0308A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66FAFC01-EE66-46F2-BBDB-AFAC44AA53FD}" srcId="{A15A3887-3658-4CB9-91D8-E2AF202F7A5F}" destId="{7D70F0F7-1943-429E-BE51-5C593142883F}" srcOrd="0" destOrd="0" parTransId="{72708B3E-1C84-4F4A-8390-B710FFCA4D7F}" sibTransId="{76A66DFC-9F7B-4A27-80D2-D2BFEC6889A2}"/>
    <dgm:cxn modelId="{C9AD1C06-102F-4B7F-B95E-130A3F9DA007}" type="presOf" srcId="{63057B8F-4A26-4A4A-B6B5-408207412D0C}" destId="{7EEACF36-C7D4-4F1E-8DC9-0B2BF5A45988}" srcOrd="0" destOrd="0" presId="urn:microsoft.com/office/officeart/2005/8/layout/vList2"/>
    <dgm:cxn modelId="{38591E13-E7BC-4805-983F-44D121F61057}" srcId="{A15A3887-3658-4CB9-91D8-E2AF202F7A5F}" destId="{FD8EF9FC-0880-4EB2-A839-190BC0B80438}" srcOrd="1" destOrd="0" parTransId="{F84F04D8-6778-4026-A92F-A4B64C3F0FA0}" sibTransId="{253AE71F-7C5B-4300-B5CA-A6EF9A20CC2E}"/>
    <dgm:cxn modelId="{69D2B715-632C-43CC-960E-968F0338253C}" type="presOf" srcId="{FD8EF9FC-0880-4EB2-A839-190BC0B80438}" destId="{1EC53AEF-F1B4-4A96-B5B4-B33900FE3BF2}" srcOrd="0" destOrd="1" presId="urn:microsoft.com/office/officeart/2005/8/layout/vList2"/>
    <dgm:cxn modelId="{D85FB722-52CE-44FB-A802-CF8465884433}" type="presOf" srcId="{6A52632B-2D8F-4692-9B27-343BDDB0308A}" destId="{B51A897C-5871-4F25-B75E-B6AF615F5281}" srcOrd="0" destOrd="0" presId="urn:microsoft.com/office/officeart/2005/8/layout/vList2"/>
    <dgm:cxn modelId="{32FCB83F-EE02-4812-9034-E51A0AC33BDA}" type="presOf" srcId="{BB8E0918-831A-4C1E-AD5F-A7647EB9715A}" destId="{96F8F73A-AEE2-4FD2-8D91-053B2B277BAD}" srcOrd="0" destOrd="0" presId="urn:microsoft.com/office/officeart/2005/8/layout/vList2"/>
    <dgm:cxn modelId="{E9F31E4A-F567-46D5-B6FD-1B307743FDBE}" type="presOf" srcId="{969F6478-0DB6-455A-966E-861EF215C5BD}" destId="{1FA98021-5F6F-48BB-9C3F-DA877EBB1C0E}" srcOrd="0" destOrd="0" presId="urn:microsoft.com/office/officeart/2005/8/layout/vList2"/>
    <dgm:cxn modelId="{BE5C966D-102F-4A68-B22B-B6A36B27A571}" srcId="{BB8E0918-831A-4C1E-AD5F-A7647EB9715A}" destId="{A15A3887-3658-4CB9-91D8-E2AF202F7A5F}" srcOrd="1" destOrd="0" parTransId="{B8770E66-2809-49E7-AE7E-13581AD1C73C}" sibTransId="{FF23C840-A594-497A-A8B7-C14CF4E9AE37}"/>
    <dgm:cxn modelId="{68708D76-85D3-432F-9D03-C3CE2BA032F2}" srcId="{969F6478-0DB6-455A-966E-861EF215C5BD}" destId="{C95CE0EB-397E-4E5E-BFC3-F0F179D4723B}" srcOrd="0" destOrd="0" parTransId="{CFB51A7A-19EF-4C0A-9082-E7378C4526B1}" sibTransId="{1D118F3F-290D-491E-9B1C-46E941D86312}"/>
    <dgm:cxn modelId="{DFD1B877-D232-4B8C-AF41-2641ECBC5F36}" srcId="{969F6478-0DB6-455A-966E-861EF215C5BD}" destId="{F4D323B3-8AFD-4F58-8DFD-F18445225D0F}" srcOrd="1" destOrd="0" parTransId="{157C72CA-0A28-46E2-9D59-BD00ED5807BB}" sibTransId="{AEF33B55-C948-4971-9491-A6C3F4F2F7D6}"/>
    <dgm:cxn modelId="{80CDF185-30A0-4A77-8BF5-67F715309ED5}" srcId="{6A52632B-2D8F-4692-9B27-343BDDB0308A}" destId="{5A78C593-81F2-413C-970D-8BB072E1C4E5}" srcOrd="0" destOrd="0" parTransId="{9EFD9C03-2B10-4A5B-B018-50F53F529104}" sibTransId="{489A50FE-40B9-4553-9576-C62FCBE89D9F}"/>
    <dgm:cxn modelId="{F95F9692-626A-475C-87B1-E13741867B76}" type="presOf" srcId="{C95CE0EB-397E-4E5E-BFC3-F0F179D4723B}" destId="{E3C42798-74BB-4184-9FC8-572ACEBCDC88}" srcOrd="0" destOrd="0" presId="urn:microsoft.com/office/officeart/2005/8/layout/vList2"/>
    <dgm:cxn modelId="{182F8598-03C7-417A-95CE-779B45CDAC1F}" type="presOf" srcId="{F4D323B3-8AFD-4F58-8DFD-F18445225D0F}" destId="{E3C42798-74BB-4184-9FC8-572ACEBCDC88}" srcOrd="0" destOrd="1" presId="urn:microsoft.com/office/officeart/2005/8/layout/vList2"/>
    <dgm:cxn modelId="{A7AFE19C-CB44-4484-9BE6-6266ACF676CE}" srcId="{BB8E0918-831A-4C1E-AD5F-A7647EB9715A}" destId="{6A52632B-2D8F-4692-9B27-343BDDB0308A}" srcOrd="3" destOrd="0" parTransId="{A7CE509D-7922-4A50-A0F4-38C87C63A4C1}" sibTransId="{19B7FC4E-B6B6-442E-A597-D403EDFC5FA4}"/>
    <dgm:cxn modelId="{9C0E5BB0-748A-444A-8739-6EC4BD1DC9AD}" type="presOf" srcId="{5A78C593-81F2-413C-970D-8BB072E1C4E5}" destId="{3B3BC07E-C1A6-4BD2-B191-F0D3E5B4AD87}" srcOrd="0" destOrd="0" presId="urn:microsoft.com/office/officeart/2005/8/layout/vList2"/>
    <dgm:cxn modelId="{4294A9D1-B993-423F-81F0-646E84FB315C}" srcId="{BB8E0918-831A-4C1E-AD5F-A7647EB9715A}" destId="{969F6478-0DB6-455A-966E-861EF215C5BD}" srcOrd="2" destOrd="0" parTransId="{F7886B17-DC84-4112-A63C-49DD08AE2B22}" sibTransId="{6B084E95-7CD8-4467-A0DB-5C555CD633E5}"/>
    <dgm:cxn modelId="{D40F31E7-222C-42C9-A1E8-27602F0BE2E0}" srcId="{BB8E0918-831A-4C1E-AD5F-A7647EB9715A}" destId="{63057B8F-4A26-4A4A-B6B5-408207412D0C}" srcOrd="0" destOrd="0" parTransId="{8FEE4367-32AF-4637-A2E4-636729ABD891}" sibTransId="{B39D3D3B-8834-4760-84BB-ED56F102021B}"/>
    <dgm:cxn modelId="{D90FF3F6-CD09-44BD-B6CD-50181002CE1C}" type="presOf" srcId="{7D70F0F7-1943-429E-BE51-5C593142883F}" destId="{1EC53AEF-F1B4-4A96-B5B4-B33900FE3BF2}" srcOrd="0" destOrd="0" presId="urn:microsoft.com/office/officeart/2005/8/layout/vList2"/>
    <dgm:cxn modelId="{3E0EC3F8-C301-491E-8A33-D4E250FB9D82}" type="presOf" srcId="{A15A3887-3658-4CB9-91D8-E2AF202F7A5F}" destId="{98FF8F40-D697-4841-81C4-E3F0989A348D}" srcOrd="0" destOrd="0" presId="urn:microsoft.com/office/officeart/2005/8/layout/vList2"/>
    <dgm:cxn modelId="{CF69D2F8-D0CB-45B1-B365-17F027DB5649}" type="presParOf" srcId="{96F8F73A-AEE2-4FD2-8D91-053B2B277BAD}" destId="{7EEACF36-C7D4-4F1E-8DC9-0B2BF5A45988}" srcOrd="0" destOrd="0" presId="urn:microsoft.com/office/officeart/2005/8/layout/vList2"/>
    <dgm:cxn modelId="{D968B68C-2D33-4D0C-B1AC-A83BB7E1A576}" type="presParOf" srcId="{96F8F73A-AEE2-4FD2-8D91-053B2B277BAD}" destId="{FA58FBF5-0728-4CF1-8EFD-F9A45A727DB4}" srcOrd="1" destOrd="0" presId="urn:microsoft.com/office/officeart/2005/8/layout/vList2"/>
    <dgm:cxn modelId="{4ED45D1F-8F99-401E-A93F-355457A5215A}" type="presParOf" srcId="{96F8F73A-AEE2-4FD2-8D91-053B2B277BAD}" destId="{98FF8F40-D697-4841-81C4-E3F0989A348D}" srcOrd="2" destOrd="0" presId="urn:microsoft.com/office/officeart/2005/8/layout/vList2"/>
    <dgm:cxn modelId="{B4E3E2D7-DF3D-4CD3-BFA4-CA684A8B7141}" type="presParOf" srcId="{96F8F73A-AEE2-4FD2-8D91-053B2B277BAD}" destId="{1EC53AEF-F1B4-4A96-B5B4-B33900FE3BF2}" srcOrd="3" destOrd="0" presId="urn:microsoft.com/office/officeart/2005/8/layout/vList2"/>
    <dgm:cxn modelId="{4D2F6CD8-08CF-4862-8FB9-E281377F6460}" type="presParOf" srcId="{96F8F73A-AEE2-4FD2-8D91-053B2B277BAD}" destId="{1FA98021-5F6F-48BB-9C3F-DA877EBB1C0E}" srcOrd="4" destOrd="0" presId="urn:microsoft.com/office/officeart/2005/8/layout/vList2"/>
    <dgm:cxn modelId="{7D0D29FA-0965-41F4-B447-C5F878F48F46}" type="presParOf" srcId="{96F8F73A-AEE2-4FD2-8D91-053B2B277BAD}" destId="{E3C42798-74BB-4184-9FC8-572ACEBCDC88}" srcOrd="5" destOrd="0" presId="urn:microsoft.com/office/officeart/2005/8/layout/vList2"/>
    <dgm:cxn modelId="{98ACB5D8-70C6-42CC-B228-06A474CF3E0B}" type="presParOf" srcId="{96F8F73A-AEE2-4FD2-8D91-053B2B277BAD}" destId="{B51A897C-5871-4F25-B75E-B6AF615F5281}" srcOrd="6" destOrd="0" presId="urn:microsoft.com/office/officeart/2005/8/layout/vList2"/>
    <dgm:cxn modelId="{19085C18-BF63-49E0-BF7E-62CC09408070}" type="presParOf" srcId="{96F8F73A-AEE2-4FD2-8D91-053B2B277BAD}" destId="{3B3BC07E-C1A6-4BD2-B191-F0D3E5B4AD87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EACF36-C7D4-4F1E-8DC9-0B2BF5A45988}">
      <dsp:nvSpPr>
        <dsp:cNvPr id="0" name=""/>
        <dsp:cNvSpPr/>
      </dsp:nvSpPr>
      <dsp:spPr>
        <a:xfrm>
          <a:off x="0" y="6372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Runs as an Android Service</a:t>
          </a:r>
        </a:p>
      </dsp:txBody>
      <dsp:txXfrm>
        <a:off x="35982" y="42354"/>
        <a:ext cx="6594869" cy="665135"/>
      </dsp:txXfrm>
    </dsp:sp>
    <dsp:sp modelId="{98FF8F40-D697-4841-81C4-E3F0989A348D}">
      <dsp:nvSpPr>
        <dsp:cNvPr id="0" name=""/>
        <dsp:cNvSpPr/>
      </dsp:nvSpPr>
      <dsp:spPr>
        <a:xfrm>
          <a:off x="0" y="829872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Multiple files</a:t>
          </a:r>
        </a:p>
      </dsp:txBody>
      <dsp:txXfrm>
        <a:off x="35982" y="865854"/>
        <a:ext cx="6594869" cy="665135"/>
      </dsp:txXfrm>
    </dsp:sp>
    <dsp:sp modelId="{1EC53AEF-F1B4-4A96-B5B4-B33900FE3BF2}">
      <dsp:nvSpPr>
        <dsp:cNvPr id="0" name=""/>
        <dsp:cNvSpPr/>
      </dsp:nvSpPr>
      <dsp:spPr>
        <a:xfrm>
          <a:off x="0" y="1566972"/>
          <a:ext cx="6666833" cy="7917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 err="1"/>
            <a:t>apk</a:t>
          </a:r>
          <a:r>
            <a:rPr lang="en-US" sz="2300" kern="1200" dirty="0"/>
            <a:t> – java service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shared libraries (.so files) – native code</a:t>
          </a:r>
        </a:p>
      </dsp:txBody>
      <dsp:txXfrm>
        <a:off x="0" y="1566972"/>
        <a:ext cx="6666833" cy="791774"/>
      </dsp:txXfrm>
    </dsp:sp>
    <dsp:sp modelId="{1FA98021-5F6F-48BB-9C3F-DA877EBB1C0E}">
      <dsp:nvSpPr>
        <dsp:cNvPr id="0" name=""/>
        <dsp:cNvSpPr/>
      </dsp:nvSpPr>
      <dsp:spPr>
        <a:xfrm>
          <a:off x="0" y="2358747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Installing on the device</a:t>
          </a:r>
        </a:p>
      </dsp:txBody>
      <dsp:txXfrm>
        <a:off x="35982" y="2394729"/>
        <a:ext cx="6594869" cy="665135"/>
      </dsp:txXfrm>
    </dsp:sp>
    <dsp:sp modelId="{E3C42798-74BB-4184-9FC8-572ACEBCDC88}">
      <dsp:nvSpPr>
        <dsp:cNvPr id="0" name=""/>
        <dsp:cNvSpPr/>
      </dsp:nvSpPr>
      <dsp:spPr>
        <a:xfrm>
          <a:off x="0" y="3095847"/>
          <a:ext cx="6666833" cy="1117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8100" rIns="213360" bIns="38100" numCol="1" spcCol="1270" anchor="t" anchorCtr="0">
          <a:noAutofit/>
        </a:bodyPr>
        <a:lstStyle/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 err="1">
              <a:latin typeface="Aptos Display" panose="020F0302020204030204"/>
            </a:rPr>
            <a:t>adb</a:t>
          </a:r>
          <a:r>
            <a:rPr lang="en-US" sz="2300" kern="1200" dirty="0">
              <a:latin typeface="Aptos Display" panose="020F0302020204030204"/>
            </a:rPr>
            <a:t> push </a:t>
          </a:r>
          <a:r>
            <a:rPr lang="en-US" sz="2300" kern="1200" dirty="0" err="1">
              <a:latin typeface="Aptos Display" panose="020F0302020204030204"/>
            </a:rPr>
            <a:t>ComediaService.apk</a:t>
          </a:r>
          <a:r>
            <a:rPr lang="en-US" sz="2300" kern="1200" dirty="0">
              <a:latin typeface="Aptos Display" panose="020F0302020204030204"/>
            </a:rPr>
            <a:t> /system/</a:t>
          </a:r>
          <a:r>
            <a:rPr lang="en-US" sz="2300" kern="1200" dirty="0" err="1">
              <a:latin typeface="Aptos Display" panose="020F0302020204030204"/>
            </a:rPr>
            <a:t>priv</a:t>
          </a:r>
          <a:r>
            <a:rPr lang="en-US" sz="2300" kern="1200" dirty="0">
              <a:latin typeface="Aptos Display" panose="020F0302020204030204"/>
            </a:rPr>
            <a:t>-app/</a:t>
          </a:r>
          <a:r>
            <a:rPr lang="en-US" sz="2300" kern="1200" dirty="0" err="1">
              <a:latin typeface="Aptos Display" panose="020F0302020204030204"/>
            </a:rPr>
            <a:t>ComediaService</a:t>
          </a:r>
          <a:r>
            <a:rPr lang="en-US" sz="2300" kern="1200" dirty="0">
              <a:latin typeface="Aptos Display" panose="020F0302020204030204"/>
            </a:rPr>
            <a:t>/</a:t>
          </a:r>
        </a:p>
        <a:p>
          <a:pPr marL="228600" lvl="1" indent="-228600" algn="l" defTabSz="10223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 dirty="0" err="1">
              <a:latin typeface="Aptos Display" panose="020F0302020204030204"/>
            </a:rPr>
            <a:t>adb</a:t>
          </a:r>
          <a:r>
            <a:rPr lang="en-US" sz="2300" kern="1200" dirty="0">
              <a:latin typeface="Aptos Display" panose="020F0302020204030204"/>
            </a:rPr>
            <a:t> push libs/*.so /system/lib/</a:t>
          </a:r>
        </a:p>
      </dsp:txBody>
      <dsp:txXfrm>
        <a:off x="0" y="3095847"/>
        <a:ext cx="6666833" cy="1117800"/>
      </dsp:txXfrm>
    </dsp:sp>
    <dsp:sp modelId="{B51A897C-5871-4F25-B75E-B6AF615F5281}">
      <dsp:nvSpPr>
        <dsp:cNvPr id="0" name=""/>
        <dsp:cNvSpPr/>
      </dsp:nvSpPr>
      <dsp:spPr>
        <a:xfrm>
          <a:off x="0" y="4213647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Broadcast TIS should bind and use it</a:t>
          </a:r>
        </a:p>
      </dsp:txBody>
      <dsp:txXfrm>
        <a:off x="35982" y="4249629"/>
        <a:ext cx="6594869" cy="665135"/>
      </dsp:txXfrm>
    </dsp:sp>
    <dsp:sp modelId="{3B3BC07E-C1A6-4BD2-B191-F0D3E5B4AD87}">
      <dsp:nvSpPr>
        <dsp:cNvPr id="0" name=""/>
        <dsp:cNvSpPr/>
      </dsp:nvSpPr>
      <dsp:spPr>
        <a:xfrm>
          <a:off x="0" y="4950747"/>
          <a:ext cx="6666833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Use liba4tv_api.jar in Android Studio</a:t>
          </a:r>
        </a:p>
      </dsp:txBody>
      <dsp:txXfrm>
        <a:off x="0" y="4950747"/>
        <a:ext cx="6666833" cy="496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CB02DB-89A7-40AF-AE3A-133AFF4578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6EB54BF-FB0F-4987-8082-209E9621A63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B9E1DB-98FC-43B7-8191-6302507AC8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D7EFA8-7BED-4AF9-8FD2-22BB165D4A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2F70B4A-CE01-4534-BF61-86CEA749E6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FDD553E-93D2-4DEC-AD62-DF279014711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840DE1-5D7D-4CB4-BED8-6D01B533D8B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C850866-C10B-453A-A02E-095AEF2B6CD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24B6EB-A42A-47C1-B65D-B7EEF02B5F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23CF06-E265-4E7D-B28B-113765D8F6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AFA3A18-2C09-48CE-931B-C189A218E56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DCA6D4-DCA5-47ED-AE23-581FF27C3FA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787878"/>
                </a:solidFill>
                <a:latin typeface="Apto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E589F65-9806-4AA5-AB71-4CE187602F56}" type="slidenum">
              <a:rPr b="0" lang="en-US" sz="1200" spc="-1" strike="noStrike">
                <a:solidFill>
                  <a:srgbClr val="787878"/>
                </a:solidFill>
                <a:latin typeface="Aptos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</a:t>
            </a:r>
            <a:r>
              <a:rPr b="0" lang="en-US" sz="3200" spc="-1" strike="noStrike">
                <a:latin typeface="Arial"/>
              </a:rPr>
              <a:t>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9"/>
          <p:cNvSpPr/>
          <p:nvPr/>
        </p:nvSpPr>
        <p:spPr>
          <a:xfrm>
            <a:off x="720" y="1829520"/>
            <a:ext cx="12191400" cy="68572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2" name="Rectangle 11"/>
          <p:cNvSpPr/>
          <p:nvPr/>
        </p:nvSpPr>
        <p:spPr>
          <a:xfrm flipH="1">
            <a:off x="-720" y="0"/>
            <a:ext cx="12191400" cy="1575360"/>
          </a:xfrm>
          <a:prstGeom prst="rect">
            <a:avLst/>
          </a:prstGeom>
          <a:gradFill rotWithShape="0">
            <a:gsLst>
              <a:gs pos="0">
                <a:srgbClr val="000000">
                  <a:alpha val="96078"/>
                </a:srgbClr>
              </a:gs>
              <a:gs pos="100000">
                <a:srgbClr val="104862"/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3" name="Rectangle 13"/>
          <p:cNvSpPr/>
          <p:nvPr/>
        </p:nvSpPr>
        <p:spPr>
          <a:xfrm flipH="1" rot="10800000">
            <a:off x="8128800" y="720"/>
            <a:ext cx="4062600" cy="1575720"/>
          </a:xfrm>
          <a:prstGeom prst="rect">
            <a:avLst/>
          </a:prstGeom>
          <a:gradFill rotWithShape="0">
            <a:gsLst>
              <a:gs pos="19000">
                <a:srgbClr val="0b3041">
                  <a:alpha val="68235"/>
                </a:srgbClr>
              </a:gs>
              <a:gs pos="100000">
                <a:srgbClr val="156082">
                  <a:alpha val="79215"/>
                </a:srgb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4" name="Rectangle 15"/>
          <p:cNvSpPr/>
          <p:nvPr/>
        </p:nvSpPr>
        <p:spPr>
          <a:xfrm rot="5400000">
            <a:off x="5308560" y="-5740560"/>
            <a:ext cx="1575720" cy="12191400"/>
          </a:xfrm>
          <a:prstGeom prst="rect">
            <a:avLst/>
          </a:prstGeom>
          <a:gradFill rotWithShape="0">
            <a:gsLst>
              <a:gs pos="0">
                <a:srgbClr val="156082">
                  <a:alpha val="0"/>
                </a:srgbClr>
              </a:gs>
              <a:gs pos="100000">
                <a:srgbClr val="000000">
                  <a:alpha val="74117"/>
                </a:srgbClr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371600" y="348840"/>
            <a:ext cx="10043280" cy="87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rgbClr val="ffffff"/>
                </a:solidFill>
                <a:latin typeface="Aptos Display"/>
              </a:rPr>
              <a:t>VNC Viewer accounts and credentials</a:t>
            </a:r>
            <a:endParaRPr b="0" lang="en-US" sz="4000" spc="-1" strike="noStrike">
              <a:latin typeface="Arial"/>
            </a:endParaRPr>
          </a:p>
        </p:txBody>
      </p:sp>
      <p:graphicFrame>
        <p:nvGraphicFramePr>
          <p:cNvPr id="46" name="Content Placeholder 4"/>
          <p:cNvGraphicFramePr/>
          <p:nvPr/>
        </p:nvGraphicFramePr>
        <p:xfrm>
          <a:off x="1179720" y="2112480"/>
          <a:ext cx="9856080" cy="5602320"/>
        </p:xfrm>
        <a:graphic>
          <a:graphicData uri="http://schemas.openxmlformats.org/drawingml/2006/table">
            <a:tbl>
              <a:tblPr/>
              <a:tblGrid>
                <a:gridCol w="2514600"/>
                <a:gridCol w="4748400"/>
                <a:gridCol w="2593440"/>
              </a:tblGrid>
              <a:tr h="349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Team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bcc5cd"/>
                      </a:solidFill>
                    </a:lnL>
                    <a:lnR>
                      <a:noFill/>
                    </a:lnR>
                    <a:lnT w="12240">
                      <a:solidFill>
                        <a:srgbClr val="bcc5cd"/>
                      </a:solidFill>
                    </a:lnT>
                    <a:lnB w="25200">
                      <a:solidFill>
                        <a:srgbClr val="ffffff"/>
                      </a:solidFill>
                    </a:lnB>
                    <a:solidFill>
                      <a:srgbClr val="10618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VNC username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bcc5cd"/>
                      </a:solidFill>
                    </a:lnT>
                    <a:lnB w="25200">
                      <a:solidFill>
                        <a:srgbClr val="ffffff"/>
                      </a:solidFill>
                    </a:lnB>
                    <a:solidFill>
                      <a:srgbClr val="10618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000" spc="-1" strike="noStrike">
                          <a:solidFill>
                            <a:srgbClr val="ffffff"/>
                          </a:solidFill>
                          <a:latin typeface="Aptos"/>
                        </a:rPr>
                        <a:t>Password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 w="12240">
                      <a:solidFill>
                        <a:srgbClr val="bcc5cd"/>
                      </a:solidFill>
                    </a:lnR>
                    <a:lnT w="12240">
                      <a:solidFill>
                        <a:srgbClr val="bcc5cd"/>
                      </a:solidFill>
                    </a:lnT>
                    <a:lnB w="25200">
                      <a:noFill/>
                    </a:lnB>
                    <a:solidFill>
                      <a:srgbClr val="106186"/>
                    </a:solidFill>
                  </a:tcPr>
                </a:tc>
              </a:tr>
              <a:tr h="349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PLM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bcc5cd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sudtv01@nit-institute.com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N1t1nst1tut3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 w="12240">
                      <a:solidFill>
                        <a:srgbClr val="bcc5cd"/>
                      </a:solidFill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</a:tr>
              <a:tr h="349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PLM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bcc5cd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sudtv02@nit-institute.com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N1t1nst1tut3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 w="12240">
                      <a:solidFill>
                        <a:srgbClr val="bcc5cd"/>
                      </a:solidFill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</a:tr>
              <a:tr h="349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PLM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bcc5cd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sudtv03@nit-institute.com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N1t1nst1tut3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 w="12240">
                      <a:solidFill>
                        <a:srgbClr val="bcc5cd"/>
                      </a:solidFill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</a:tr>
              <a:tr h="349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MIROR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bcc5cd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sudtv04@nit-institute.com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N1t1nst1tut3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 w="12240">
                      <a:solidFill>
                        <a:srgbClr val="bcc5cd"/>
                      </a:solidFill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</a:tr>
              <a:tr h="349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MIROR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bcc5cd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sudtv05@nit-institute.com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N1t1nst1tut3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 w="12240">
                      <a:solidFill>
                        <a:srgbClr val="bcc5cd"/>
                      </a:solidFill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</a:tr>
              <a:tr h="349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MIROR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bcc5cd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sudtv06@nit-institute.com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N1t1nst1tut3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 w="12240">
                      <a:solidFill>
                        <a:srgbClr val="bcc5cd"/>
                      </a:solidFill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</a:tr>
              <a:tr h="349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MATRIX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bcc5cd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sudtv07@nit-institute.com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N1t1nst1tut3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 w="12240">
                      <a:solidFill>
                        <a:srgbClr val="bcc5cd"/>
                      </a:solidFill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</a:tr>
              <a:tr h="3618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MATRIX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bcc5cd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sudtv08@nit-institute.com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N1t1nst1tut3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 w="12240">
                      <a:solidFill>
                        <a:srgbClr val="bcc5cd"/>
                      </a:solidFill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</a:tr>
              <a:tr h="349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MATRIX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bcc5cd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sudtv09@nit-institute.com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N1t1nst1tut3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 w="12240">
                      <a:solidFill>
                        <a:srgbClr val="bcc5cd"/>
                      </a:solidFill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</a:tr>
              <a:tr h="349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NO SIGNAL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bcc5cd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sudtv10@nit-institute.com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N1t1nst1tut3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 w="12240">
                      <a:solidFill>
                        <a:srgbClr val="bcc5cd"/>
                      </a:solidFill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</a:tr>
              <a:tr h="349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NO SIGNAL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bcc5cd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sudtv11@nit-institute.com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N1t1nst1tut3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 w="12240">
                      <a:solidFill>
                        <a:srgbClr val="bcc5cd"/>
                      </a:solidFill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</a:tr>
              <a:tr h="349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NO SIGNAL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bcc5cd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sudtv16@nit-institute.com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N1t1nst1tut3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 w="12240">
                      <a:solidFill>
                        <a:srgbClr val="bcc5cd"/>
                      </a:solidFill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</a:tr>
              <a:tr h="349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404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bcc5cd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sudtv17@nit-institute.com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N1t1nst1tut3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 w="12240">
                      <a:solidFill>
                        <a:srgbClr val="bcc5cd"/>
                      </a:solidFill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0819e"/>
                    </a:solidFill>
                  </a:tcPr>
                </a:tc>
              </a:tr>
              <a:tr h="34920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404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bcc5cd"/>
                      </a:solidFill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sudtv18@nit-institute.com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N1t1nst1tut3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 w="12240">
                      <a:solidFill>
                        <a:srgbClr val="bcc5cd"/>
                      </a:solidFill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6186"/>
                    </a:solidFill>
                  </a:tcPr>
                </a:tc>
              </a:tr>
              <a:tr h="352080"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404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bcc5cd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bcc5cd"/>
                      </a:solidFill>
                    </a:lnB>
                    <a:solidFill>
                      <a:srgbClr val="40819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sudtv19@nit-institute.com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bcc5cd"/>
                      </a:solidFill>
                    </a:lnB>
                    <a:solidFill>
                      <a:srgbClr val="40819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000" spc="-1" strike="noStrike">
                          <a:solidFill>
                            <a:srgbClr val="ffff00"/>
                          </a:solidFill>
                          <a:latin typeface="Aptos"/>
                        </a:rPr>
                        <a:t>N1t1nst1tut3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anchor="ctr" marL="91440" marR="91440">
                    <a:lnL>
                      <a:noFill/>
                    </a:lnL>
                    <a:lnR w="12240">
                      <a:solidFill>
                        <a:srgbClr val="bcc5cd"/>
                      </a:solidFill>
                    </a:lnR>
                    <a:lnT>
                      <a:noFill/>
                    </a:lnT>
                    <a:lnB w="12240">
                      <a:solidFill>
                        <a:srgbClr val="bcc5cd"/>
                      </a:solidFill>
                    </a:lnB>
                    <a:solidFill>
                      <a:srgbClr val="40819e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20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Rectangle 21"/>
          <p:cNvSpPr/>
          <p:nvPr/>
        </p:nvSpPr>
        <p:spPr>
          <a:xfrm flipH="1" rot="5400000">
            <a:off x="-1410840" y="1410840"/>
            <a:ext cx="6857280" cy="4037040"/>
          </a:xfrm>
          <a:prstGeom prst="rect">
            <a:avLst/>
          </a:prstGeom>
          <a:gradFill rotWithShape="0">
            <a:gsLst>
              <a:gs pos="8000">
                <a:srgbClr val="000000"/>
              </a:gs>
              <a:gs pos="100000">
                <a:srgbClr val="104862"/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9" name="Rectangle 22"/>
          <p:cNvSpPr/>
          <p:nvPr/>
        </p:nvSpPr>
        <p:spPr>
          <a:xfrm flipH="1" rot="5400000">
            <a:off x="-1410840" y="1420920"/>
            <a:ext cx="6857280" cy="4037040"/>
          </a:xfrm>
          <a:prstGeom prst="rect">
            <a:avLst/>
          </a:prstGeom>
          <a:gradFill rotWithShape="0">
            <a:gsLst>
              <a:gs pos="1000">
                <a:srgbClr val="156082">
                  <a:alpha val="46274"/>
                </a:srgbClr>
              </a:gs>
              <a:gs pos="100000">
                <a:srgbClr val="000000">
                  <a:alpha val="0"/>
                </a:srgbClr>
              </a:gs>
            </a:gsLst>
            <a:lin ang="18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0" name="Rectangle 23"/>
          <p:cNvSpPr/>
          <p:nvPr/>
        </p:nvSpPr>
        <p:spPr>
          <a:xfrm flipH="1" rot="5400000">
            <a:off x="766440" y="3588840"/>
            <a:ext cx="2501280" cy="4037040"/>
          </a:xfrm>
          <a:prstGeom prst="rect">
            <a:avLst/>
          </a:prstGeom>
          <a:gradFill rotWithShape="0">
            <a:gsLst>
              <a:gs pos="2000">
                <a:srgbClr val="156082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2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1" name="Freeform: Shape 24"/>
          <p:cNvSpPr/>
          <p:nvPr/>
        </p:nvSpPr>
        <p:spPr>
          <a:xfrm rot="20635800">
            <a:off x="-501480" y="969480"/>
            <a:ext cx="3899520" cy="4178160"/>
          </a:xfrm>
          <a:custGeom>
            <a:avLst/>
            <a:gdLst/>
            <a:ahLst/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 rotWithShape="0">
            <a:gsLst>
              <a:gs pos="29000">
                <a:srgbClr val="000000">
                  <a:alpha val="0"/>
                </a:srgbClr>
              </a:gs>
              <a:gs pos="100000">
                <a:srgbClr val="156082">
                  <a:alpha val="43137"/>
                </a:srgbClr>
              </a:gs>
            </a:gsLst>
            <a:lin ang="834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2" name="Rectangle 25"/>
          <p:cNvSpPr/>
          <p:nvPr/>
        </p:nvSpPr>
        <p:spPr>
          <a:xfrm flipH="1" rot="5400000">
            <a:off x="-1410840" y="1410840"/>
            <a:ext cx="6857280" cy="4037040"/>
          </a:xfrm>
          <a:prstGeom prst="rect">
            <a:avLst/>
          </a:prstGeom>
          <a:gradFill rotWithShape="0">
            <a:gsLst>
              <a:gs pos="1000">
                <a:srgbClr val="46b1e1">
                  <a:alpha val="11372"/>
                </a:srgbClr>
              </a:gs>
              <a:gs pos="100000">
                <a:srgbClr val="000000">
                  <a:alpha val="0"/>
                </a:srgbClr>
              </a:gs>
            </a:gsLst>
            <a:lin ang="1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86440" y="1683720"/>
            <a:ext cx="3114720" cy="239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r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rgbClr val="ffffff"/>
                </a:solidFill>
                <a:latin typeface="Aptos Display"/>
              </a:rPr>
              <a:t>Installing Comedia Service</a:t>
            </a:r>
            <a:endParaRPr b="0" lang="en-US" sz="4000" spc="-1" strike="noStrike">
              <a:latin typeface="Arial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2612255704"/>
              </p:ext>
            </p:extLst>
          </p:nvPr>
        </p:nvGraphicFramePr>
        <p:xfrm>
          <a:off x="4905000" y="750600"/>
          <a:ext cx="6666120" cy="5453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22"/>
          <p:cNvSpPr/>
          <p:nvPr/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5" name="Rectangle 24"/>
          <p:cNvSpPr/>
          <p:nvPr/>
        </p:nvSpPr>
        <p:spPr>
          <a:xfrm>
            <a:off x="0" y="0"/>
            <a:ext cx="12188160" cy="685728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6" name="Rectangle 26"/>
          <p:cNvSpPr/>
          <p:nvPr/>
        </p:nvSpPr>
        <p:spPr>
          <a:xfrm flipH="1" rot="5400000">
            <a:off x="-1410840" y="1410840"/>
            <a:ext cx="6857280" cy="4037040"/>
          </a:xfrm>
          <a:prstGeom prst="rect">
            <a:avLst/>
          </a:prstGeom>
          <a:gradFill rotWithShape="0">
            <a:gsLst>
              <a:gs pos="8000">
                <a:srgbClr val="000000"/>
              </a:gs>
              <a:gs pos="100000">
                <a:srgbClr val="104862"/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7" name="Rectangle 28"/>
          <p:cNvSpPr/>
          <p:nvPr/>
        </p:nvSpPr>
        <p:spPr>
          <a:xfrm flipH="1" rot="5400000">
            <a:off x="-1410840" y="1420920"/>
            <a:ext cx="6857280" cy="4037040"/>
          </a:xfrm>
          <a:prstGeom prst="rect">
            <a:avLst/>
          </a:prstGeom>
          <a:gradFill rotWithShape="0">
            <a:gsLst>
              <a:gs pos="1000">
                <a:srgbClr val="156082">
                  <a:alpha val="46274"/>
                </a:srgbClr>
              </a:gs>
              <a:gs pos="100000">
                <a:srgbClr val="000000">
                  <a:alpha val="0"/>
                </a:srgbClr>
              </a:gs>
            </a:gsLst>
            <a:lin ang="18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8" name="Rectangle 30"/>
          <p:cNvSpPr/>
          <p:nvPr/>
        </p:nvSpPr>
        <p:spPr>
          <a:xfrm flipH="1" rot="5400000">
            <a:off x="766440" y="3588840"/>
            <a:ext cx="2501280" cy="4037040"/>
          </a:xfrm>
          <a:prstGeom prst="rect">
            <a:avLst/>
          </a:prstGeom>
          <a:gradFill rotWithShape="0">
            <a:gsLst>
              <a:gs pos="2000">
                <a:srgbClr val="156082">
                  <a:alpha val="29019"/>
                </a:srgbClr>
              </a:gs>
              <a:gs pos="100000">
                <a:srgbClr val="000000">
                  <a:alpha val="30196"/>
                </a:srgbClr>
              </a:gs>
            </a:gsLst>
            <a:lin ang="2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9" name="Freeform: Shape 32"/>
          <p:cNvSpPr/>
          <p:nvPr/>
        </p:nvSpPr>
        <p:spPr>
          <a:xfrm rot="20635800">
            <a:off x="-501480" y="969480"/>
            <a:ext cx="3899520" cy="4178160"/>
          </a:xfrm>
          <a:custGeom>
            <a:avLst/>
            <a:gdLst/>
            <a:ahLst/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 rotWithShape="0">
            <a:gsLst>
              <a:gs pos="29000">
                <a:srgbClr val="000000">
                  <a:alpha val="0"/>
                </a:srgbClr>
              </a:gs>
              <a:gs pos="100000">
                <a:srgbClr val="156082">
                  <a:alpha val="43137"/>
                </a:srgbClr>
              </a:gs>
            </a:gsLst>
            <a:lin ang="834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0" name="Rectangle 34"/>
          <p:cNvSpPr/>
          <p:nvPr/>
        </p:nvSpPr>
        <p:spPr>
          <a:xfrm flipH="1" rot="5400000">
            <a:off x="-1410840" y="1400760"/>
            <a:ext cx="6857280" cy="4037040"/>
          </a:xfrm>
          <a:prstGeom prst="rect">
            <a:avLst/>
          </a:prstGeom>
          <a:gradFill rotWithShape="0">
            <a:gsLst>
              <a:gs pos="1000">
                <a:srgbClr val="46b1e1">
                  <a:alpha val="11372"/>
                </a:srgbClr>
              </a:gs>
              <a:gs pos="100000">
                <a:srgbClr val="000000">
                  <a:alpha val="0"/>
                </a:srgbClr>
              </a:gs>
            </a:gsLst>
            <a:lin ang="1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66560" y="586800"/>
            <a:ext cx="3200760" cy="3386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r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rgbClr val="ffffff"/>
                </a:solidFill>
                <a:latin typeface="Aptos Display"/>
              </a:rPr>
              <a:t>Broadcast Services Simulation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810320" y="649440"/>
            <a:ext cx="6554520" cy="5545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Cuttlefish doesn't have HW tuner</a:t>
            </a:r>
            <a:endParaRPr b="0" lang="en-US" sz="20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Simulated tuner flow is used</a:t>
            </a:r>
            <a:endParaRPr b="0" lang="en-US" sz="20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Multiplexes (files) need to be present on the device (cuttlefish)</a:t>
            </a:r>
            <a:endParaRPr b="0" lang="en-US" sz="20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Use push commands to copy files to the device over adb</a:t>
            </a:r>
            <a:endParaRPr b="0" lang="en-US" sz="20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Use /data for rw location</a:t>
            </a:r>
            <a:endParaRPr b="0" lang="en-US" sz="20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Scanning options</a:t>
            </a:r>
            <a:endParaRPr b="0" lang="en-US" sz="20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Provide path to .ts file</a:t>
            </a:r>
            <a:endParaRPr b="0" lang="en-US" sz="2000" spc="-1" strike="noStrike">
              <a:latin typeface="Arial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Courier New"/>
              <a:buChar char="o"/>
            </a:pPr>
            <a:r>
              <a:rPr b="0" lang="en-US" sz="2000" spc="-1" strike="noStrike">
                <a:solidFill>
                  <a:srgbClr val="000000"/>
                </a:solidFill>
                <a:latin typeface="Aptos"/>
              </a:rPr>
              <a:t>Provide path to .xml file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2026-04-27T17:19:21Z</dcterms:created>
  <dc:creator/>
  <dc:description/>
  <dc:language>en-US</dc:language>
  <cp:lastModifiedBy/>
  <dcterms:modified xsi:type="dcterms:W3CDTF">2026-06-22T17:37:43Z</dcterms:modified>
  <cp:revision>65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10</vt:i4>
  </property>
</Properties>
</file>